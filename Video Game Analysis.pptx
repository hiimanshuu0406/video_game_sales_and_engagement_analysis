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307" r:id="rId7"/>
    <p:sldId id="281" r:id="rId8"/>
    <p:sldId id="323" r:id="rId9"/>
    <p:sldId id="322" r:id="rId10"/>
    <p:sldId id="297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87" d="100"/>
          <a:sy n="87" d="100"/>
        </p:scale>
        <p:origin x="528" y="67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vgsilh.com/image/1856991.html" TargetMode="External"/><Relationship Id="rId4" Type="http://schemas.openxmlformats.org/officeDocument/2006/relationships/image" Target="../media/image1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hiimanshuu0406@gmail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9" y="1047396"/>
            <a:ext cx="6392421" cy="3831221"/>
          </a:xfrm>
        </p:spPr>
        <p:txBody>
          <a:bodyPr anchor="ctr"/>
          <a:lstStyle/>
          <a:p>
            <a:r>
              <a:rPr lang="en-US" dirty="0"/>
              <a:t>VIDEO GAME ANALYSIS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3EBB625-01D6-B1A4-F11F-3B03BC395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656325" y="498711"/>
            <a:ext cx="2650750" cy="170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854" y="50337"/>
            <a:ext cx="6583680" cy="1531357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784838"/>
            <a:ext cx="6583680" cy="4257146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/>
              <a:t>Analyze global video game performance by exploring sales trends, platform popularity, and regional preferences using structured datasets.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Evaluate player engagement and ratings.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Combine sales and engagement insights to understand how user interest correlates with commercial success.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Develop an interactive Power BI dashboard that provides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954" y="0"/>
            <a:ext cx="5723586" cy="4739104"/>
          </a:xfrm>
        </p:spPr>
        <p:txBody>
          <a:bodyPr/>
          <a:lstStyle/>
          <a:p>
            <a:r>
              <a:rPr lang="en-US" dirty="0"/>
              <a:t>Data Overview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84C7E291-5CFE-1BF8-2D56-D2C2BAD3A41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1212" b="1212"/>
          <a:stretch>
            <a:fillRect/>
          </a:stretch>
        </p:blipFill>
        <p:spPr/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9DF9F2-AD38-B845-3F15-40C934FD5CAB}"/>
              </a:ext>
            </a:extLst>
          </p:cNvPr>
          <p:cNvSpPr txBox="1"/>
          <p:nvPr/>
        </p:nvSpPr>
        <p:spPr>
          <a:xfrm>
            <a:off x="5150955" y="2860093"/>
            <a:ext cx="61075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The two dataset contains information of games, sales, publisher,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</a:rPr>
              <a:t>There are attributes like- Team, Title, Release date, Publisher, etc.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76E18A7-AAD9-FEB2-29F5-285AF6D3A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8407" y="430823"/>
            <a:ext cx="11289323" cy="634804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DEBC0F4-2A48-999D-FD3A-D139DA0C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992" y="-76933"/>
            <a:ext cx="9082454" cy="578094"/>
          </a:xfrm>
        </p:spPr>
        <p:txBody>
          <a:bodyPr/>
          <a:lstStyle/>
          <a:p>
            <a:r>
              <a:rPr lang="en-US" dirty="0"/>
              <a:t>Dashboard 1- Games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9FEF-00F8-B33A-1BE3-B3C88CB65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6277" y="-35170"/>
            <a:ext cx="6119446" cy="551717"/>
          </a:xfrm>
        </p:spPr>
        <p:txBody>
          <a:bodyPr/>
          <a:lstStyle/>
          <a:p>
            <a:r>
              <a:rPr lang="en-US" dirty="0"/>
              <a:t>Dashboard 2- sales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DC27837-905C-4579-E1B7-8F27F119C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408" y="407402"/>
            <a:ext cx="11254154" cy="645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84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0683"/>
            <a:ext cx="10511627" cy="1298299"/>
          </a:xfrm>
        </p:spPr>
        <p:txBody>
          <a:bodyPr/>
          <a:lstStyle/>
          <a:p>
            <a:r>
              <a:rPr lang="en-US" dirty="0"/>
              <a:t>Recommendations to increase bike sales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F660CA-F115-EE20-B1BA-13C2B897E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399" y="2016497"/>
            <a:ext cx="10511627" cy="4522305"/>
          </a:xfrm>
        </p:spPr>
        <p:txBody>
          <a:bodyPr>
            <a:normAutofit fontScale="925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Adventure and RPG genres dominate user engagement</a:t>
            </a:r>
            <a:r>
              <a:rPr lang="en-US" sz="2000" dirty="0"/>
              <a:t>, suggesting that future game development could focus more on narrative-driven and role-playing elements to maximize player interest.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Doom, Dead Space, and Resident Evil</a:t>
            </a:r>
            <a:r>
              <a:rPr lang="en-US" sz="2000" dirty="0"/>
              <a:t> are among the most </a:t>
            </a:r>
            <a:r>
              <a:rPr lang="en-US" sz="2000" dirty="0" err="1"/>
              <a:t>wishlisted</a:t>
            </a:r>
            <a:r>
              <a:rPr lang="en-US" sz="2000" dirty="0"/>
              <a:t> and reviewed games, highlighting strong brand recognition and replay value. Studios can use this to guide sequel or remaster priorities.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Developers like Capcom, Square Enix, and Nintendo</a:t>
            </a:r>
            <a:r>
              <a:rPr lang="en-US" sz="2000" dirty="0"/>
              <a:t> show both high productivity and strong ratings, indicating that consistent releases with quality assurance lead to higher user trust and satisfaction.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Backlog vs. Wishlist analysis</a:t>
            </a:r>
            <a:r>
              <a:rPr lang="en-US" sz="2000" dirty="0"/>
              <a:t> reveals demand–engagement gaps; for example, high </a:t>
            </a:r>
            <a:r>
              <a:rPr lang="en-US" sz="2000" dirty="0" err="1"/>
              <a:t>wishlists</a:t>
            </a:r>
            <a:r>
              <a:rPr lang="en-US" sz="2000" dirty="0"/>
              <a:t> but low play counts could suggest either accessibility issues or pricing barriers worth investigating.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Sports and Music genres</a:t>
            </a:r>
            <a:r>
              <a:rPr lang="en-US" sz="2000" dirty="0"/>
              <a:t> have the highest average plays, reflecting strong replay potential — ideal for games-as-a-service (</a:t>
            </a:r>
            <a:r>
              <a:rPr lang="en-US" sz="2000" dirty="0" err="1"/>
              <a:t>GaaS</a:t>
            </a:r>
            <a:r>
              <a:rPr lang="en-US" sz="2000" dirty="0"/>
              <a:t>) or seasonal event-based models.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HIMANSHU</a:t>
            </a:r>
          </a:p>
          <a:p>
            <a:r>
              <a:rPr lang="en-US"/>
              <a:t>Role</a:t>
            </a:r>
            <a:r>
              <a:rPr lang="en-US" dirty="0"/>
              <a:t>: Data Analyst Intern</a:t>
            </a:r>
          </a:p>
          <a:p>
            <a:r>
              <a:rPr lang="en-US" dirty="0">
                <a:hlinkClick r:id="rId3"/>
              </a:rPr>
              <a:t>hiimanshuu0406@gmail.com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{19B4A058-8F17-4AA9-8E0D-F3E2CDC6B129}TF8a9b5915-b8c7-461e-8cdd-693d48b5e32371f7b7e2_win32-4bf0b9a2ea37</Template>
  <TotalTime>257</TotalTime>
  <Words>262</Words>
  <Application>Microsoft Office PowerPoint</Application>
  <PresentationFormat>Widescreen</PresentationFormat>
  <Paragraphs>21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Sabon Next LT</vt:lpstr>
      <vt:lpstr>Custom</vt:lpstr>
      <vt:lpstr>VIDEO GAME ANALYSIS</vt:lpstr>
      <vt:lpstr>Objectives</vt:lpstr>
      <vt:lpstr>Data Overview</vt:lpstr>
      <vt:lpstr>Dashboard 1- Games</vt:lpstr>
      <vt:lpstr>Dashboard 2- sales</vt:lpstr>
      <vt:lpstr>Recommendations to increase bike sales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Himanshu Sharma</dc:creator>
  <cp:lastModifiedBy>Himanshu Sharma</cp:lastModifiedBy>
  <cp:revision>5</cp:revision>
  <dcterms:created xsi:type="dcterms:W3CDTF">2025-07-19T07:29:23Z</dcterms:created>
  <dcterms:modified xsi:type="dcterms:W3CDTF">2025-10-12T14:50:35Z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